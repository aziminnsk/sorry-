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74851" autoAdjust="0"/>
  </p:normalViewPr>
  <p:slideViewPr>
    <p:cSldViewPr snapToGrid="0">
      <p:cViewPr varScale="1">
        <p:scale>
          <a:sx n="60" d="100"/>
          <a:sy n="60" d="100"/>
        </p:scale>
        <p:origin x="-1480" y="-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8C6E0-B614-2E40-B1B3-A2A6F84BC13C}" type="datetimeFigureOut">
              <a:rPr lang="en-US" smtClean="0"/>
              <a:t>4/26/16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5CA8E-B778-664B-8620-3CD1F7BAD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08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-When everyone was there: successful </a:t>
            </a:r>
          </a:p>
          <a:p>
            <a:pPr lvl="1"/>
            <a:r>
              <a:rPr lang="en-US" dirty="0" smtClean="0"/>
              <a:t>-Didn’t work on same file concurrently</a:t>
            </a:r>
          </a:p>
          <a:p>
            <a:pPr lvl="1"/>
            <a:r>
              <a:rPr lang="en-US" dirty="0" smtClean="0"/>
              <a:t>-Uploaded to </a:t>
            </a:r>
            <a:r>
              <a:rPr lang="en-US" dirty="0" err="1" smtClean="0"/>
              <a:t>GitHub</a:t>
            </a:r>
            <a:r>
              <a:rPr lang="en-US" dirty="0" smtClean="0"/>
              <a:t> together in order to avoid conflicts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55CA8E-B778-664B-8620-3CD1F7BAD5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72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</a:t>
            </a:r>
            <a:r>
              <a:rPr lang="en-US" dirty="0" smtClean="0"/>
              <a:t>Multiple forms of communication: difficult to find the right place to respond to</a:t>
            </a:r>
          </a:p>
          <a:p>
            <a:pPr lvl="1"/>
            <a:r>
              <a:rPr lang="en-US" dirty="0" smtClean="0"/>
              <a:t>-Assumed we had more time: busy schedules toward end of semester</a:t>
            </a:r>
          </a:p>
          <a:p>
            <a:pPr lvl="1"/>
            <a:r>
              <a:rPr lang="en-US" dirty="0" smtClean="0"/>
              <a:t>-Assumed parts would be simpler</a:t>
            </a:r>
          </a:p>
          <a:p>
            <a:pPr lvl="1"/>
            <a:r>
              <a:rPr lang="en-US" dirty="0" smtClean="0"/>
              <a:t>-Complicated code made it difficult to help others work on it</a:t>
            </a:r>
          </a:p>
          <a:p>
            <a:pPr lvl="1"/>
            <a:r>
              <a:rPr lang="en-US" dirty="0" smtClean="0"/>
              <a:t>-Thinking of different ways of implementing the functions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-Many small rules that were forgotten or not known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55CA8E-B778-664B-8620-3CD1F7BAD5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8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-Define single communication method that works best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-Ensure key functions done instead of easiest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55CA8E-B778-664B-8620-3CD1F7BAD5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4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7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7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4427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4712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5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1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6185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3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6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30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95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73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1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F1917C5-43F9-4058-8BC0-EDFB71FB1CA0}" type="datetimeFigureOut">
              <a:rPr lang="en-US" smtClean="0"/>
              <a:t>4/26/16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F0F70E3C-E6CA-494D-B133-88A14671A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17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9900" dirty="0" smtClean="0">
                <a:latin typeface="Futura"/>
                <a:cs typeface="Futura"/>
              </a:rPr>
              <a:t>Sorry!</a:t>
            </a:r>
            <a:endParaRPr lang="en-US" sz="19900" dirty="0">
              <a:latin typeface="Futura"/>
              <a:cs typeface="Futur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cap="none" dirty="0" smtClean="0">
                <a:latin typeface="+mj-lt"/>
                <a:cs typeface="Futura Condensed"/>
              </a:rPr>
              <a:t>Alex Ziminski, </a:t>
            </a:r>
            <a:r>
              <a:rPr lang="en-US" sz="2400" cap="none" dirty="0">
                <a:latin typeface="+mj-lt"/>
                <a:cs typeface="Futura Condensed"/>
              </a:rPr>
              <a:t>M</a:t>
            </a:r>
            <a:r>
              <a:rPr lang="en-US" sz="2400" cap="none" dirty="0" smtClean="0">
                <a:latin typeface="+mj-lt"/>
                <a:cs typeface="Futura Condensed"/>
              </a:rPr>
              <a:t>aggie Dinger, </a:t>
            </a:r>
            <a:r>
              <a:rPr lang="en-US" sz="2400" cap="none" dirty="0">
                <a:latin typeface="+mj-lt"/>
                <a:cs typeface="Futura Condensed"/>
              </a:rPr>
              <a:t>H</a:t>
            </a:r>
            <a:r>
              <a:rPr lang="en-US" sz="2400" cap="none" dirty="0" smtClean="0">
                <a:latin typeface="+mj-lt"/>
                <a:cs typeface="Futura Condensed"/>
              </a:rPr>
              <a:t>enrique </a:t>
            </a:r>
            <a:r>
              <a:rPr lang="en-US" sz="2400" cap="none" dirty="0">
                <a:latin typeface="+mj-lt"/>
                <a:cs typeface="Futura Condensed"/>
              </a:rPr>
              <a:t>C</a:t>
            </a:r>
            <a:r>
              <a:rPr lang="en-US" sz="2400" cap="none" dirty="0" smtClean="0">
                <a:latin typeface="+mj-lt"/>
                <a:cs typeface="Futura Condensed"/>
              </a:rPr>
              <a:t>hang </a:t>
            </a:r>
            <a:r>
              <a:rPr lang="en-US" sz="2400" cap="none" dirty="0" err="1" smtClean="0">
                <a:latin typeface="+mj-lt"/>
                <a:cs typeface="Futura Condensed"/>
              </a:rPr>
              <a:t>Queiroz</a:t>
            </a:r>
            <a:r>
              <a:rPr lang="en-US" sz="2400" cap="none" dirty="0" smtClean="0">
                <a:latin typeface="+mj-lt"/>
                <a:cs typeface="Futura Condensed"/>
              </a:rPr>
              <a:t>, </a:t>
            </a:r>
            <a:r>
              <a:rPr lang="en-US" sz="2400" cap="none" dirty="0" smtClean="0">
                <a:latin typeface="+mj-lt"/>
                <a:cs typeface="Futura Condensed"/>
              </a:rPr>
              <a:t>John </a:t>
            </a:r>
            <a:r>
              <a:rPr lang="en-US" sz="2400" cap="none" dirty="0">
                <a:latin typeface="+mj-lt"/>
                <a:cs typeface="Futura Condensed"/>
              </a:rPr>
              <a:t>M</a:t>
            </a:r>
            <a:r>
              <a:rPr lang="en-US" sz="2400" cap="none" dirty="0" smtClean="0">
                <a:latin typeface="+mj-lt"/>
                <a:cs typeface="Futura Condensed"/>
              </a:rPr>
              <a:t>ontfort</a:t>
            </a:r>
            <a:endParaRPr lang="en-US" sz="2400" cap="none" dirty="0">
              <a:latin typeface="+mj-lt"/>
              <a:cs typeface="Futu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88230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cap="none" dirty="0" smtClean="0">
                <a:latin typeface="Futura"/>
                <a:cs typeface="Futura"/>
              </a:rPr>
              <a:t>Early Development </a:t>
            </a:r>
            <a:endParaRPr lang="en-US" sz="5000" cap="none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Created design Document</a:t>
            </a:r>
          </a:p>
          <a:p>
            <a:pPr lvl="1"/>
            <a:r>
              <a:rPr lang="en-US" sz="1800" dirty="0" smtClean="0"/>
              <a:t>Decided tasks based on a level of difficulty</a:t>
            </a:r>
          </a:p>
          <a:p>
            <a:pPr lvl="1"/>
            <a:r>
              <a:rPr lang="en-US" sz="1800" dirty="0" smtClean="0"/>
              <a:t>Split sections based on who wanted to do what part and was capable of doing what</a:t>
            </a:r>
          </a:p>
          <a:p>
            <a:pPr lvl="1"/>
            <a:r>
              <a:rPr lang="en-US" sz="1800" dirty="0" smtClean="0"/>
              <a:t>Difficult section saved for a later date</a:t>
            </a:r>
          </a:p>
          <a:p>
            <a:pPr lvl="2"/>
            <a:r>
              <a:rPr lang="en-US" sz="1800" dirty="0" smtClean="0"/>
              <a:t>After structural parts completed</a:t>
            </a:r>
          </a:p>
          <a:p>
            <a:r>
              <a:rPr lang="en-US" dirty="0" smtClean="0"/>
              <a:t>Planned to meet once a week at least</a:t>
            </a:r>
          </a:p>
          <a:p>
            <a:pPr lvl="1"/>
            <a:r>
              <a:rPr lang="en-US" sz="1800" dirty="0" smtClean="0"/>
              <a:t>Multiple planned time slots</a:t>
            </a:r>
          </a:p>
          <a:p>
            <a:pPr lvl="1"/>
            <a:r>
              <a:rPr lang="en-US" sz="1800" dirty="0" smtClean="0"/>
              <a:t>As time was crunched we met more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232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cap="none" dirty="0" smtClean="0">
                <a:latin typeface="Futura"/>
                <a:cs typeface="Futura"/>
              </a:rPr>
              <a:t>Code Creation</a:t>
            </a:r>
            <a:endParaRPr lang="en-US" sz="5000" cap="none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Started by splitting section</a:t>
            </a:r>
          </a:p>
          <a:p>
            <a:pPr lvl="1"/>
            <a:r>
              <a:rPr lang="en-US" sz="1800" dirty="0" smtClean="0"/>
              <a:t>Henrique – GUI</a:t>
            </a:r>
          </a:p>
          <a:p>
            <a:pPr lvl="1"/>
            <a:r>
              <a:rPr lang="en-US" sz="1800" dirty="0" smtClean="0"/>
              <a:t>Alex – SQL</a:t>
            </a:r>
          </a:p>
          <a:p>
            <a:pPr lvl="1"/>
            <a:r>
              <a:rPr lang="en-US" sz="1800" dirty="0" smtClean="0"/>
              <a:t>Maggie – Rules and Functions</a:t>
            </a:r>
          </a:p>
          <a:p>
            <a:pPr lvl="1"/>
            <a:r>
              <a:rPr lang="en-US" sz="1800" dirty="0" smtClean="0"/>
              <a:t>John – Board Structure</a:t>
            </a:r>
          </a:p>
          <a:p>
            <a:r>
              <a:rPr lang="en-US" dirty="0" smtClean="0"/>
              <a:t>Sections </a:t>
            </a:r>
            <a:r>
              <a:rPr lang="en-US" dirty="0" smtClean="0"/>
              <a:t>changed with time</a:t>
            </a:r>
            <a:endParaRPr lang="en-US" dirty="0"/>
          </a:p>
          <a:p>
            <a:r>
              <a:rPr lang="en-US" dirty="0" smtClean="0"/>
              <a:t>Move functions and representation proved difficult</a:t>
            </a:r>
          </a:p>
          <a:p>
            <a:pPr lvl="1"/>
            <a:r>
              <a:rPr lang="en-US" sz="1800" dirty="0" smtClean="0"/>
              <a:t>Created multiple prototype methods of solving this</a:t>
            </a:r>
          </a:p>
        </p:txBody>
      </p:sp>
    </p:spTree>
    <p:extLst>
      <p:ext uri="{BB962C8B-B14F-4D97-AF65-F5344CB8AC3E}">
        <p14:creationId xmlns:p14="http://schemas.microsoft.com/office/powerpoint/2010/main" val="174197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 smtClean="0">
                <a:latin typeface="Futura"/>
                <a:cs typeface="Futura"/>
              </a:rPr>
              <a:t>GUI</a:t>
            </a:r>
            <a:endParaRPr lang="en-US" sz="5000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Henrique</a:t>
            </a:r>
          </a:p>
          <a:p>
            <a:r>
              <a:rPr lang="en-US" dirty="0" smtClean="0"/>
              <a:t>Made in java</a:t>
            </a:r>
          </a:p>
          <a:p>
            <a:r>
              <a:rPr lang="en-US" dirty="0" err="1" smtClean="0"/>
              <a:t>Piskel</a:t>
            </a:r>
            <a:r>
              <a:rPr lang="en-US" dirty="0" smtClean="0"/>
              <a:t> </a:t>
            </a:r>
            <a:r>
              <a:rPr lang="en-US" dirty="0" smtClean="0"/>
              <a:t>App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034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 smtClean="0">
                <a:latin typeface="Futura"/>
                <a:cs typeface="Futura"/>
              </a:rPr>
              <a:t>Successes</a:t>
            </a:r>
            <a:endParaRPr lang="en-US" sz="5000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Meetings were beneficial</a:t>
            </a:r>
          </a:p>
          <a:p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en-US" dirty="0" smtClean="0"/>
              <a:t>and version control</a:t>
            </a:r>
          </a:p>
          <a:p>
            <a:r>
              <a:rPr lang="en-US" dirty="0" smtClean="0"/>
              <a:t>We </a:t>
            </a:r>
            <a:r>
              <a:rPr lang="en-US" dirty="0" smtClean="0"/>
              <a:t>were able to adapt to amount of time left 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0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 smtClean="0">
                <a:latin typeface="Futura"/>
                <a:cs typeface="Futura"/>
              </a:rPr>
              <a:t>Difficulties</a:t>
            </a:r>
            <a:endParaRPr lang="en-US" sz="5000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096674"/>
            <a:ext cx="10554574" cy="4511022"/>
          </a:xfrm>
        </p:spPr>
        <p:txBody>
          <a:bodyPr>
            <a:normAutofit/>
          </a:bodyPr>
          <a:lstStyle/>
          <a:p>
            <a:r>
              <a:rPr lang="en-US" dirty="0" smtClean="0"/>
              <a:t>Communication</a:t>
            </a:r>
          </a:p>
          <a:p>
            <a:r>
              <a:rPr lang="en-US" dirty="0" smtClean="0"/>
              <a:t>Underestimation</a:t>
            </a:r>
            <a:endParaRPr lang="en-US" dirty="0" smtClean="0"/>
          </a:p>
          <a:p>
            <a:r>
              <a:rPr lang="en-US" dirty="0" smtClean="0"/>
              <a:t>Understanding </a:t>
            </a:r>
            <a:r>
              <a:rPr lang="en-US" dirty="0" smtClean="0"/>
              <a:t>and Integration </a:t>
            </a:r>
            <a:endParaRPr lang="en-US" dirty="0" smtClean="0"/>
          </a:p>
          <a:p>
            <a:r>
              <a:rPr lang="en-US" dirty="0" smtClean="0"/>
              <a:t>Rules </a:t>
            </a:r>
            <a:r>
              <a:rPr lang="en-US" dirty="0" smtClean="0"/>
              <a:t>of the </a:t>
            </a:r>
            <a:r>
              <a:rPr lang="en-US" dirty="0" smtClean="0"/>
              <a:t>Game</a:t>
            </a:r>
          </a:p>
          <a:p>
            <a:r>
              <a:rPr lang="en-US" dirty="0" smtClean="0"/>
              <a:t>Stats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1725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 smtClean="0">
                <a:latin typeface="Futura"/>
                <a:cs typeface="Futura"/>
              </a:rPr>
              <a:t>Going Forward</a:t>
            </a:r>
            <a:endParaRPr lang="en-US" sz="5000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772629"/>
            <a:ext cx="10554574" cy="363651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More meetings</a:t>
            </a:r>
          </a:p>
          <a:p>
            <a:r>
              <a:rPr lang="en-US" dirty="0" smtClean="0"/>
              <a:t>More </a:t>
            </a:r>
            <a:r>
              <a:rPr lang="en-US" dirty="0" smtClean="0"/>
              <a:t>active communication</a:t>
            </a:r>
            <a:endParaRPr lang="en-US" dirty="0" smtClean="0"/>
          </a:p>
          <a:p>
            <a:r>
              <a:rPr lang="en-US" dirty="0" smtClean="0"/>
              <a:t>Start work earlier</a:t>
            </a:r>
            <a:endParaRPr lang="en-US" dirty="0" smtClean="0"/>
          </a:p>
          <a:p>
            <a:r>
              <a:rPr lang="en-US" dirty="0" smtClean="0"/>
              <a:t>Plan </a:t>
            </a:r>
            <a:r>
              <a:rPr lang="en-US" dirty="0" smtClean="0"/>
              <a:t>more </a:t>
            </a:r>
            <a:r>
              <a:rPr lang="en-US" dirty="0" smtClean="0"/>
              <a:t>thoroughly</a:t>
            </a:r>
          </a:p>
          <a:p>
            <a:r>
              <a:rPr lang="en-US" dirty="0" smtClean="0"/>
              <a:t>Chart of dependencies</a:t>
            </a:r>
          </a:p>
          <a:p>
            <a:r>
              <a:rPr lang="en-US" dirty="0" smtClean="0"/>
              <a:t>More </a:t>
            </a:r>
            <a:r>
              <a:rPr lang="en-US" dirty="0" smtClean="0"/>
              <a:t>internal </a:t>
            </a:r>
            <a:r>
              <a:rPr lang="en-US" dirty="0" smtClean="0"/>
              <a:t>deadlines</a:t>
            </a:r>
          </a:p>
          <a:p>
            <a:r>
              <a:rPr lang="en-US" dirty="0"/>
              <a:t>More functions to handle smaller issues</a:t>
            </a:r>
          </a:p>
          <a:p>
            <a:r>
              <a:rPr lang="en-US" dirty="0"/>
              <a:t>More control from GUI</a:t>
            </a:r>
          </a:p>
          <a:p>
            <a:r>
              <a:rPr lang="en-US" dirty="0"/>
              <a:t>Less individual Variables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919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 dirty="0" smtClean="0">
                <a:latin typeface="Futura"/>
                <a:cs typeface="Futura"/>
              </a:rPr>
              <a:t>End</a:t>
            </a:r>
            <a:endParaRPr lang="en-US" sz="5000" dirty="0">
              <a:latin typeface="Futura"/>
              <a:cs typeface="Futur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Comments, Questions, </a:t>
            </a:r>
            <a:r>
              <a:rPr lang="en-US" sz="2400" dirty="0" smtClean="0"/>
              <a:t>Concerns.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7805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2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27B8C6"/>
      </a:accent1>
      <a:accent2>
        <a:srgbClr val="EB2944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1706</TotalTime>
  <Words>295</Words>
  <Application>Microsoft Macintosh PowerPoint</Application>
  <PresentationFormat>Custom</PresentationFormat>
  <Paragraphs>60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Quotable</vt:lpstr>
      <vt:lpstr>Sorry!</vt:lpstr>
      <vt:lpstr>Early Development </vt:lpstr>
      <vt:lpstr>Code Creation</vt:lpstr>
      <vt:lpstr>GUI</vt:lpstr>
      <vt:lpstr>Successes</vt:lpstr>
      <vt:lpstr>Difficulties</vt:lpstr>
      <vt:lpstr>Going Forward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Sorry!</dc:title>
  <dc:creator>Alex ziminski</dc:creator>
  <cp:lastModifiedBy>Maggie Dinger</cp:lastModifiedBy>
  <cp:revision>12</cp:revision>
  <dcterms:created xsi:type="dcterms:W3CDTF">2016-04-25T17:04:57Z</dcterms:created>
  <dcterms:modified xsi:type="dcterms:W3CDTF">2016-04-26T22:31:56Z</dcterms:modified>
</cp:coreProperties>
</file>